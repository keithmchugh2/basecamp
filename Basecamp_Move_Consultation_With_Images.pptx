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off, thank you for showing up today. That tells me you’re someone who wants change. You may feel stuck or frustrated, but showing up already puts you ahead of most people.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get this out of the way now: nothing I’ll share today is easy. Discipline isn’t easy. Waking up early, sticking to routines — that’s hard. But you know what’s also hard? Being overweight, sick, tired, stuck in a body or life you’re unhappy with. That’s hard too. So we have to choose our hard. One hard leads to freedom; the other leads to regret.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don’t fail because they don’t want it — they fail because they don’t have a system. Motivation fades. Life throws curveballs. Discipline, habits, and systems keep you going when motivation is gone. That’s where BASECAMP and MOVE come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BASECAMP is your mental and physical anchor — your home base. It’s where we pause, recalibrate, and reset your path. We build your foundation, align your priorities, set clear goals, establish daily discipline, commit to consistency, adapt, measure progress, and push through the hard days. This is the structured, personalized system we build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acronym helps us stay focused. Each step is about building a solid, realistic system you can stick to, no matter what life throws your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is your daily action plan. It’s about making the first move, owning your actions, keeping your ‘why’ front and center, and embracing the grind. This is where discipline turns into daily momentum.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complements BASECAMP. Together, they create a system of action and accountability, so you’re not just planning — you’re doing.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works because we’re combining structure, action, and accountability. You’re no longer guessing or relying on motivation. You have a roadmap, and you have someone helping you stay on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here today to understand where you are, help you see what’s holding you back, and show you how BASECAMP and MOVE can help. If you’re ready, we can map out a personalized plan and, if it’s a fit, talk about next steps to work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get real — what’s the hard you’re choosing right now? And are you ready to trade it for a hard that actually gives you the life you want?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to Your Free Consultation</a:t>
            </a:r>
          </a:p>
        </p:txBody>
      </p:sp>
      <p:sp>
        <p:nvSpPr>
          <p:cNvPr id="3" name="Content Placeholder 2"/>
          <p:cNvSpPr>
            <a:spLocks noGrp="1"/>
          </p:cNvSpPr>
          <p:nvPr>
            <p:ph idx="1"/>
          </p:nvPr>
        </p:nvSpPr>
        <p:spPr/>
        <p:txBody>
          <a:bodyPr/>
          <a:lstStyle/>
          <a:p>
            <a:r>
              <a:t>Thank you for showing up today — you’re already ahead of most.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Choose Your Hard</a:t>
            </a:r>
          </a:p>
        </p:txBody>
      </p:sp>
      <p:sp>
        <p:nvSpPr>
          <p:cNvPr id="3" name="Content Placeholder 2"/>
          <p:cNvSpPr>
            <a:spLocks noGrp="1"/>
          </p:cNvSpPr>
          <p:nvPr>
            <p:ph idx="1"/>
          </p:nvPr>
        </p:nvSpPr>
        <p:spPr/>
        <p:txBody>
          <a:bodyPr/>
          <a:lstStyle/>
          <a:p>
            <a:r>
              <a:t>Being disciplined is hard. But so is being out of shape, sick, and stuck. Choose your hard.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Most People Fail</a:t>
            </a:r>
          </a:p>
        </p:txBody>
      </p:sp>
      <p:sp>
        <p:nvSpPr>
          <p:cNvPr id="3" name="Content Placeholder 2"/>
          <p:cNvSpPr>
            <a:spLocks noGrp="1"/>
          </p:cNvSpPr>
          <p:nvPr>
            <p:ph idx="1"/>
          </p:nvPr>
        </p:nvSpPr>
        <p:spPr/>
        <p:txBody>
          <a:bodyPr/>
          <a:lstStyle/>
          <a:p>
            <a:r>
              <a:t>They don’t have a system. Motivation fades; discipline stays.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BASECAMP – Your Anchor Point</a:t>
            </a:r>
          </a:p>
        </p:txBody>
      </p:sp>
      <p:sp>
        <p:nvSpPr>
          <p:cNvPr id="3" name="Content Placeholder 2"/>
          <p:cNvSpPr>
            <a:spLocks noGrp="1"/>
          </p:cNvSpPr>
          <p:nvPr>
            <p:ph idx="1"/>
          </p:nvPr>
        </p:nvSpPr>
        <p:spPr/>
        <p:txBody>
          <a:bodyPr/>
          <a:lstStyle/>
          <a:p>
            <a:r>
              <a:t>Build your foundation, align priorities, set goals, stay consistent.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BASECAMP Acronym</a:t>
            </a:r>
          </a:p>
        </p:txBody>
      </p:sp>
      <p:sp>
        <p:nvSpPr>
          <p:cNvPr id="3" name="Content Placeholder 2"/>
          <p:cNvSpPr>
            <a:spLocks noGrp="1"/>
          </p:cNvSpPr>
          <p:nvPr>
            <p:ph idx="1"/>
          </p:nvPr>
        </p:nvSpPr>
        <p:spPr/>
        <p:txBody>
          <a:bodyPr/>
          <a:lstStyle/>
          <a:p>
            <a:r>
              <a:t>B – Build Foundation</a:t>
            </a:r>
          </a:p>
          <a:p>
            <a:r>
              <a:t>A – Assess &amp; Align</a:t>
            </a:r>
          </a:p>
          <a:p>
            <a:r>
              <a:t>S – Set Goals</a:t>
            </a:r>
          </a:p>
          <a:p>
            <a:r>
              <a:t>E – Establish Discipline</a:t>
            </a:r>
          </a:p>
          <a:p>
            <a:r>
              <a:t>C – Commit to Consistency</a:t>
            </a:r>
          </a:p>
          <a:p>
            <a:r>
              <a:t>A – Adjust &amp; Adapt</a:t>
            </a:r>
          </a:p>
          <a:p>
            <a:r>
              <a:t>M – Measure Progress</a:t>
            </a:r>
          </a:p>
          <a:p>
            <a:r>
              <a:t>P – Push Through Tough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MOVE – Your Action Plan</a:t>
            </a:r>
          </a:p>
        </p:txBody>
      </p:sp>
      <p:sp>
        <p:nvSpPr>
          <p:cNvPr id="3" name="Content Placeholder 2"/>
          <p:cNvSpPr>
            <a:spLocks noGrp="1"/>
          </p:cNvSpPr>
          <p:nvPr>
            <p:ph idx="1"/>
          </p:nvPr>
        </p:nvSpPr>
        <p:spPr/>
        <p:txBody>
          <a:bodyPr/>
          <a:lstStyle/>
          <a:p>
            <a:r>
              <a:t>Start small, own actions, visualize why, embrace the grind.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MOVE Acronym</a:t>
            </a:r>
          </a:p>
        </p:txBody>
      </p:sp>
      <p:sp>
        <p:nvSpPr>
          <p:cNvPr id="3" name="Content Placeholder 2"/>
          <p:cNvSpPr>
            <a:spLocks noGrp="1"/>
          </p:cNvSpPr>
          <p:nvPr>
            <p:ph idx="1"/>
          </p:nvPr>
        </p:nvSpPr>
        <p:spPr/>
        <p:txBody>
          <a:bodyPr/>
          <a:lstStyle/>
          <a:p>
            <a:r>
              <a:t>M – Make First Move</a:t>
            </a:r>
          </a:p>
          <a:p>
            <a:r>
              <a:t>O – Own Actions</a:t>
            </a:r>
          </a:p>
          <a:p>
            <a:r>
              <a:t>V – Visualize Why</a:t>
            </a:r>
          </a:p>
          <a:p>
            <a:r>
              <a:t>E – Embrace the Grind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Works</a:t>
            </a:r>
          </a:p>
        </p:txBody>
      </p:sp>
      <p:sp>
        <p:nvSpPr>
          <p:cNvPr id="3" name="Content Placeholder 2"/>
          <p:cNvSpPr>
            <a:spLocks noGrp="1"/>
          </p:cNvSpPr>
          <p:nvPr>
            <p:ph idx="1"/>
          </p:nvPr>
        </p:nvSpPr>
        <p:spPr/>
        <p:txBody>
          <a:bodyPr/>
          <a:lstStyle/>
          <a:p>
            <a:r>
              <a:t>Structured system + daily action + accountability = transformation.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Ready to Change Your Hard?</a:t>
            </a:r>
          </a:p>
        </p:txBody>
      </p:sp>
      <p:sp>
        <p:nvSpPr>
          <p:cNvPr id="3" name="Content Placeholder 2"/>
          <p:cNvSpPr>
            <a:spLocks noGrp="1"/>
          </p:cNvSpPr>
          <p:nvPr>
            <p:ph idx="1"/>
          </p:nvPr>
        </p:nvSpPr>
        <p:spPr/>
        <p:txBody>
          <a:bodyPr/>
          <a:lstStyle/>
          <a:p>
            <a:r>
              <a:t>Let’s map your plan together.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Choose Your Hard</a:t>
            </a:r>
          </a:p>
        </p:txBody>
      </p:sp>
      <p:sp>
        <p:nvSpPr>
          <p:cNvPr id="3" name="Content Placeholder 2"/>
          <p:cNvSpPr>
            <a:spLocks noGrp="1"/>
          </p:cNvSpPr>
          <p:nvPr>
            <p:ph idx="1"/>
          </p:nvPr>
        </p:nvSpPr>
        <p:spPr/>
        <p:txBody>
          <a:bodyPr/>
          <a:lstStyle/>
          <a:p>
            <a:r>
              <a:t>Which hard leads to the life you want?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