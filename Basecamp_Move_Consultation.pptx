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Your Free Consultation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showing up today — you’re already ahead of most.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Your Hard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Being disciplined is hard. But so is being out of shape, sick, and stuck. Choose your hard.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Most People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They don’t have a system. Motivation fades; discipline stays.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BASECAMP – Your Anchor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your foundation, align priorities, set goals, stay consistent.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BASECAMP Acronym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 – Build Foundation</a:t>
            </a:r>
          </a:p>
          <a:p>
            <a:r>
              <a:t>A – Assess &amp; Align</a:t>
            </a:r>
          </a:p>
          <a:p>
            <a:r>
              <a:t>S – Set Goals</a:t>
            </a:r>
          </a:p>
          <a:p>
            <a:r>
              <a:t>E – Establish Discipline</a:t>
            </a:r>
          </a:p>
          <a:p>
            <a:r>
              <a:t>C – Commit to Consistency</a:t>
            </a:r>
          </a:p>
          <a:p>
            <a:r>
              <a:t>A – Adjust &amp; Adapt</a:t>
            </a:r>
          </a:p>
          <a:p>
            <a:r>
              <a:t>M – Measure Progress</a:t>
            </a:r>
          </a:p>
          <a:p>
            <a:r>
              <a:t>P – Push Through Tough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MOVE – Your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small, own actions, visualize why, embrace the grind.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MOVE Acronym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 – Make First Move</a:t>
            </a:r>
          </a:p>
          <a:p>
            <a:r>
              <a:t>O – Own Actions</a:t>
            </a:r>
          </a:p>
          <a:p>
            <a:r>
              <a:t>V – Visualize Why</a:t>
            </a:r>
          </a:p>
          <a:p>
            <a:r>
              <a:t>E – Embrace the Grind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system + daily action + accountability = transformation.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Ready to Change Your Hard?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Let’s map your plan together.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Your Hard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hard leads to the life you want?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